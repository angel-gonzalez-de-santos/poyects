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67" r:id="rId7"/>
    <p:sldId id="269" r:id="rId8"/>
    <p:sldId id="272" r:id="rId9"/>
    <p:sldId id="273" r:id="rId10"/>
    <p:sldId id="274" r:id="rId11"/>
    <p:sldId id="270" r:id="rId12"/>
    <p:sldId id="259" r:id="rId13"/>
    <p:sldId id="261" r:id="rId14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395" autoAdjust="0"/>
  </p:normalViewPr>
  <p:slideViewPr>
    <p:cSldViewPr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21/12/2025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7451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1317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91764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2631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1827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3743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51806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10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8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Editar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21/12/2025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Proyecto ICAP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625175" y="4725144"/>
            <a:ext cx="8735325" cy="1176536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 dirty="0"/>
              <a:t>Realizado POR:</a:t>
            </a:r>
          </a:p>
          <a:p>
            <a:pPr rtl="0"/>
            <a:r>
              <a:rPr lang="es-ES" dirty="0"/>
              <a:t>-RUBÉN DEL VALLE CARRILLO</a:t>
            </a:r>
          </a:p>
          <a:p>
            <a:pPr rtl="0"/>
            <a:r>
              <a:rPr lang="es-ES" dirty="0"/>
              <a:t>-ÁNGEL GONZALÉZ DE SANTOS</a:t>
            </a:r>
          </a:p>
        </p:txBody>
      </p:sp>
      <p:sp>
        <p:nvSpPr>
          <p:cNvPr id="3" name="AutoShape 2" descr="AWS Cloud: Zero to Hero. AWS Intro AWS (Amazon Web Services) is… | by  Material Data Science | Dev Geni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524" y="618021"/>
            <a:ext cx="4271943" cy="23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ÍNDICE</a:t>
            </a:r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/>
              <a:t>Creación del pipeline</a:t>
            </a:r>
          </a:p>
          <a:p>
            <a:pPr rtl="0"/>
            <a:r>
              <a:rPr lang="es-ES" dirty="0"/>
              <a:t>Creación del servicio web</a:t>
            </a:r>
          </a:p>
          <a:p>
            <a:r>
              <a:rPr lang="es-ES" dirty="0"/>
              <a:t>Implementación de métodos de escalabilidad</a:t>
            </a:r>
          </a:p>
          <a:p>
            <a:r>
              <a:rPr lang="es-ES" dirty="0"/>
              <a:t>Conclusión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CREACIÓN DEL PIPELINE</a:t>
            </a:r>
          </a:p>
        </p:txBody>
      </p:sp>
      <p:pic>
        <p:nvPicPr>
          <p:cNvPr id="3" name="Marcador de contenido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4783" y="2060848"/>
            <a:ext cx="11208699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CREACION DEL PIPELINE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r>
              <a:rPr lang="es-ES_tradnl" dirty="0" err="1"/>
              <a:t>proy</a:t>
            </a:r>
            <a:r>
              <a:rPr lang="es-ES_tradnl" dirty="0"/>
              <a:t>-</a:t>
            </a:r>
            <a:r>
              <a:rPr lang="es-ES_tradnl" dirty="0" err="1"/>
              <a:t>funcion</a:t>
            </a:r>
            <a:r>
              <a:rPr lang="es-ES_tradnl" dirty="0"/>
              <a:t>-procesador-datos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_tradnl" dirty="0" err="1"/>
              <a:t>proy-funcion-notificacion</a:t>
            </a:r>
            <a:r>
              <a:rPr lang="es-ES_tradnl" dirty="0"/>
              <a:t> 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406" y="2613447"/>
            <a:ext cx="5086300" cy="26521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5DC4DD4-2143-9ABE-775F-4B81212BE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146" y="2492896"/>
            <a:ext cx="4298315" cy="312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CREACION DEL SERVICIO WEB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352066" y="1706880"/>
            <a:ext cx="5078677" cy="4465320"/>
          </a:xfrm>
        </p:spPr>
        <p:txBody>
          <a:bodyPr rtlCol="0"/>
          <a:lstStyle/>
          <a:p>
            <a:pPr rtl="0"/>
            <a:r>
              <a:rPr lang="es-ES" dirty="0"/>
              <a:t>Creación de infraestructura básica</a:t>
            </a:r>
          </a:p>
          <a:p>
            <a:pPr marL="0" indent="0" rtl="0">
              <a:buNone/>
            </a:pPr>
            <a:r>
              <a:rPr lang="es-ES" dirty="0"/>
              <a:t>-VPC</a:t>
            </a:r>
          </a:p>
          <a:p>
            <a:pPr marL="0" indent="0" rtl="0">
              <a:buNone/>
            </a:pPr>
            <a:r>
              <a:rPr lang="es-ES" dirty="0"/>
              <a:t>-Dos subredes publicas</a:t>
            </a:r>
          </a:p>
          <a:p>
            <a:pPr marL="0" indent="0" rtl="0">
              <a:buNone/>
            </a:pPr>
            <a:r>
              <a:rPr lang="es-ES" dirty="0"/>
              <a:t>-Tres grupos de seguridad</a:t>
            </a:r>
          </a:p>
          <a:p>
            <a:pPr marL="0" indent="0" rtl="0">
              <a:buNone/>
            </a:pPr>
            <a:r>
              <a:rPr lang="es-ES" dirty="0"/>
              <a:t>-Instancia </a:t>
            </a:r>
            <a:r>
              <a:rPr lang="es-ES" dirty="0" err="1"/>
              <a:t>Docker</a:t>
            </a:r>
            <a:endParaRPr lang="es-ES" dirty="0"/>
          </a:p>
        </p:txBody>
      </p:sp>
      <p:pic>
        <p:nvPicPr>
          <p:cNvPr id="5" name="Marcador de contenido 4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40120" y="1706563"/>
            <a:ext cx="3999797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3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CREACION DEL SERVICIO WEB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352066" y="1706880"/>
            <a:ext cx="5078677" cy="4465320"/>
          </a:xfrm>
        </p:spPr>
        <p:txBody>
          <a:bodyPr rtlCol="0"/>
          <a:lstStyle/>
          <a:p>
            <a:r>
              <a:rPr lang="es-ES" dirty="0"/>
              <a:t>Implementación de función </a:t>
            </a:r>
            <a:r>
              <a:rPr lang="es-ES" dirty="0" err="1"/>
              <a:t>Flask</a:t>
            </a:r>
            <a:r>
              <a:rPr lang="es-ES" dirty="0"/>
              <a:t>.</a:t>
            </a:r>
          </a:p>
          <a:p>
            <a:pPr marL="0" indent="0" rtl="0">
              <a:buNone/>
            </a:pPr>
            <a:r>
              <a:rPr lang="es-ES" dirty="0"/>
              <a:t>-Creación de nuevo directorio</a:t>
            </a:r>
          </a:p>
          <a:p>
            <a:pPr marL="0" indent="0" rtl="0">
              <a:buNone/>
            </a:pPr>
            <a:r>
              <a:rPr lang="es-ES" dirty="0"/>
              <a:t>-Creación de los ficheros</a:t>
            </a:r>
          </a:p>
          <a:p>
            <a:pPr marL="0" indent="0" rtl="0">
              <a:buNone/>
            </a:pPr>
            <a:r>
              <a:rPr lang="es-ES" dirty="0"/>
              <a:t>-Creación de imagen</a:t>
            </a:r>
          </a:p>
          <a:p>
            <a:pPr marL="0" indent="0" rtl="0">
              <a:buNone/>
            </a:pPr>
            <a:r>
              <a:rPr lang="es-ES" dirty="0"/>
              <a:t>-Creación de repositorio ECR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77FBBD-D83C-E010-ACAF-13DDBE2E6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420" y="1574200"/>
            <a:ext cx="5609890" cy="498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7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IMPLEMENTACIÓN DE MÉTODOS DE ESCALABILIDAD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4581"/>
            <a:ext cx="5078677" cy="4465320"/>
          </a:xfrm>
        </p:spPr>
        <p:txBody>
          <a:bodyPr rtlCol="0"/>
          <a:lstStyle/>
          <a:p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1704581"/>
            <a:ext cx="8287458" cy="46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21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IMPLEMENTACIÓN DE MÉTODOS DE ESCALABILIDAD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4581"/>
            <a:ext cx="5078677" cy="4465320"/>
          </a:xfrm>
        </p:spPr>
        <p:txBody>
          <a:bodyPr rtlCol="0">
            <a:normAutofit/>
          </a:bodyPr>
          <a:lstStyle/>
          <a:p>
            <a:r>
              <a:rPr lang="es-ES" dirty="0"/>
              <a:t>Creación de puerta de enlace</a:t>
            </a:r>
          </a:p>
          <a:p>
            <a:r>
              <a:rPr lang="es-ES" dirty="0"/>
              <a:t>Creación de balanceador</a:t>
            </a:r>
          </a:p>
          <a:p>
            <a:r>
              <a:rPr lang="es-ES" dirty="0"/>
              <a:t>Creación de Clúster</a:t>
            </a:r>
          </a:p>
          <a:p>
            <a:r>
              <a:rPr lang="es-ES" dirty="0"/>
              <a:t>Definición de tareas</a:t>
            </a:r>
          </a:p>
          <a:p>
            <a:r>
              <a:rPr lang="es-ES" dirty="0"/>
              <a:t>Creación del Servicio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33" y="1704581"/>
            <a:ext cx="4231783" cy="329741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987" y="5145684"/>
            <a:ext cx="6194073" cy="102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72" y="836712"/>
            <a:ext cx="7547945" cy="504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CONCLUSIONES</a:t>
            </a:r>
          </a:p>
        </p:txBody>
      </p:sp>
      <p:sp>
        <p:nvSpPr>
          <p:cNvPr id="8" name="Marcador de posición de texto 7"/>
          <p:cNvSpPr>
            <a:spLocks noGrp="1"/>
          </p:cNvSpPr>
          <p:nvPr>
            <p:ph type="body" idx="1"/>
          </p:nvPr>
        </p:nvSpPr>
        <p:spPr>
          <a:xfrm>
            <a:off x="1053852" y="548680"/>
            <a:ext cx="7972650" cy="3168352"/>
          </a:xfrm>
        </p:spPr>
        <p:txBody>
          <a:bodyPr rtlCol="0">
            <a:norm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Clave de partición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FUNCIONES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PUERTO DE ENLACE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59</TotalTime>
  <Words>132</Words>
  <Application>Microsoft Office PowerPoint</Application>
  <PresentationFormat>Personalizado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Tecnología 16x9</vt:lpstr>
      <vt:lpstr>Proyecto ICAP</vt:lpstr>
      <vt:lpstr>ÍNDICE</vt:lpstr>
      <vt:lpstr>CREACIÓN DEL PIPELINE</vt:lpstr>
      <vt:lpstr>CREACION DEL PIPELINE</vt:lpstr>
      <vt:lpstr>CREACION DEL SERVICIO WEB</vt:lpstr>
      <vt:lpstr>CREACION DEL SERVICIO WEB</vt:lpstr>
      <vt:lpstr>IMPLEMENTACIÓN DE MÉTODOS DE ESCALABILIDAD</vt:lpstr>
      <vt:lpstr>IMPLEMENTACIÓN DE MÉTODOS DE ESCALABILIDAD</vt:lpstr>
      <vt:lpstr>Presentación de PowerPoint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ICAP</dc:title>
  <dc:creator>USUARIO</dc:creator>
  <cp:lastModifiedBy>marisol de santos capulino</cp:lastModifiedBy>
  <cp:revision>7</cp:revision>
  <dcterms:created xsi:type="dcterms:W3CDTF">2025-12-12T11:01:22Z</dcterms:created>
  <dcterms:modified xsi:type="dcterms:W3CDTF">2025-12-21T09:58:15Z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